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🏦 برنامج كفالة السعودي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للمنشآت الصغيرة والمتوسطة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برنامج حكومي يدعم SMEs بضمانات تمويلية تصل لـ 90% من قيمة التمويل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📋 نظرة عامة على البرنامج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66D"/>
                </a:solidFill>
              </a:rPr>
              <a:t>أنواع الضمانات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متناهية الصغر: حتى 2.5 مليون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صغيرة: حتى 5 ملايين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متوسطة: حتى 15 مليون ريال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66D"/>
                </a:solidFill>
              </a:rPr>
              <a:t>نسبة التغطية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حتى 90% من مخاطر التمويل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حد أقصى للضمان: 15 مليون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مخصص للمنشآت الناشئة والصغيرة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📊 إحصائيات البرنامج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+71,400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ضمانة مُنحت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CDC4"/>
                </a:solidFill>
              </a:rPr>
              <a:t>89.5 مليار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ريال قيمة الضمانات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E66D"/>
                </a:solidFill>
              </a:rPr>
              <a:t>~26,500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SME استفادة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</a:rPr>
              <a:t>Q3 2025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آخر فترة تحديث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📈 تفاصيل الربع الثالث 2025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المؤشر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القيمة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عدد الضمانات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5,447 ضمانة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القيمة الإجمالية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14 مليار ريال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عدد المنشآت المستفيدة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4,384 SME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نمو سنوي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+8%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✅ شروط الاستحقاق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أن يكون النشاط التجاري مسجلاً في المملكة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•年限 لا تقل عن سنة من تاريخ الترخيص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حجم التمويل المطلوب: 50,000 - 15,000,000 ريال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الالتزام بمعايير التصنيف للمنشآت الصغيرة والمتوسطة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عدم وجود مخالفات أو قضايا مالية معلقة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🎯 مميزات البرنامج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66D"/>
                </a:solidFill>
              </a:rPr>
              <a:t>للمستفيدين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الحصول على تمويل بسهولة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تقليل المخاطر على الممول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شروط تمويل مرنة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سرعة في الإجراءات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66D"/>
                </a:solidFill>
              </a:rPr>
              <a:t>للممولين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ضمان حكومي يغطي 90%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تحفيز نشاط الإقراض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حماية من التعثر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• دعم المشاريع الوطنية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📊 مقارنة أداء الشركات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🏭 شركة التصنيع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الهدف: 2,000,000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الفعلي: 2,400,000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تم الإنجاز (120%)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🛒 شركة التجزئة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الهدف: 1,500,000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الفعلي: 1,200,000 ريال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❌ لم يتم (80%)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💡 الخلاصة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برنامج حكومي وطني يدعم الاقتصاد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فرصة ذهلية للمنشآت الصغيرة والمتوسطة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ساهم في دعم أكثر من 26,500 منشأة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تحقيق أهداف رؤية 2030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شكراً لتواصلكم 💙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برنامج كفالة السعودي</dc:title>
  <dc:subject>PptxGenJS Presentation</dc:subject>
  <dc:creator>Hadi</dc:creator>
  <cp:lastModifiedBy>Hadi</cp:lastModifiedBy>
  <cp:revision>1</cp:revision>
  <dcterms:created xsi:type="dcterms:W3CDTF">2026-03-06T17:08:04Z</dcterms:created>
  <dcterms:modified xsi:type="dcterms:W3CDTF">2026-03-06T17:08:04Z</dcterms:modified>
</cp:coreProperties>
</file>